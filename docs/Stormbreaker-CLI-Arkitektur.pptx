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640080"/>
            <a:ext cx="1371600" cy="1207008"/>
          </a:xfrm>
          <a:prstGeom prst="hexagon">
            <a:avLst/>
          </a:prstGeom>
          <a:solidFill>
            <a:srgbClr val="46B1F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480560"/>
            <a:ext cx="1005840" cy="885139"/>
          </a:xfrm>
          <a:prstGeom prst="hexagon">
            <a:avLst/>
          </a:prstGeom>
          <a:solidFill>
            <a:srgbClr val="F5B748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STORMBREAKER · ARKITEKTUR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storm</a:t>
            </a:r>
            <a:pPr indent="0" marL="0">
              <a:buNone/>
            </a:pPr>
            <a:r>
              <a:rPr lang="en-US" sz="6000" b="1" dirty="0">
                <a:solidFill>
                  <a:srgbClr val="9A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CLI'en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lokal-først vibecoding-agent der bygger web-apps — direkte i terminalen.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   ·   én motor, to overflader   ·   224 tests grønne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526280"/>
            <a:ext cx="6949440" cy="777240"/>
          </a:xfrm>
          <a:prstGeom prst="roundRect">
            <a:avLst>
              <a:gd name="adj" fmla="val 9412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45262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DD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7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storm chat --project ./min-app</a:t>
            </a:r>
            <a:pPr indent="0" marL="0">
              <a:buNone/>
            </a:pPr>
            <a:r>
              <a:rPr lang="en-US" sz="170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▍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Parthee-Vijaya/stormbreaker-mac   ·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OVERBLIK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Hvad er storm?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beskriver hvad du vil have.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 skriver filerne, installerer afhængigheder, starter dev-serveren, læser fejlene og retter sig selv — mens du følger med live i terminalen.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Bygger React / Svelte / Vue / Next + Vite + Tailwind. Samme motor som Mac-appen.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58584" y="155448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58584" y="162763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958584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eksterne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afhængigheder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567928" y="155448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67928" y="162763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DD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567928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undersystemer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motoren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177272" y="155448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177272" y="162763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0177272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58384" cy="1783080"/>
          </a:xfrm>
          <a:prstGeom prst="roundRect">
            <a:avLst>
              <a:gd name="adj" fmla="val 410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858768"/>
            <a:ext cx="155448" cy="155448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67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dependencies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4224528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 TUI'en er håndbygget på termios + ANSI — ingen ncurses, intet tredjeparts-TUI-bibliotek. Motoren har heller ingen eksterne deps.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81928" y="3611880"/>
            <a:ext cx="5358384" cy="1783080"/>
          </a:xfrm>
          <a:prstGeom prst="roundRect">
            <a:avLst>
              <a:gd name="adj" fmla="val 410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56248" y="3858768"/>
            <a:ext cx="155448" cy="155448"/>
          </a:xfrm>
          <a:prstGeom prst="rect">
            <a:avLst/>
          </a:prstGeom>
          <a:solidFill>
            <a:srgbClr val="F5B748"/>
          </a:solidFill>
          <a:ln/>
        </p:spPr>
      </p:sp>
      <p:sp>
        <p:nvSpPr>
          <p:cNvPr id="20" name="Text 18"/>
          <p:cNvSpPr/>
          <p:nvPr/>
        </p:nvSpPr>
        <p:spPr>
          <a:xfrm>
            <a:off x="6830568" y="3767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Én motor, to overflader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56248" y="4224528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Præcis samme StormbreakerKit driver både Mac-appen og CLI'en. Kun præsentationslaget er forskelligt — adfærd er identisk.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Stormbreaker CLI · arkitektur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SWIFT PACKAGE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 targets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520440" cy="109728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Terminal-klienten: arg-parsing, subkommandoer (new · build · chat · skills · mcp) og den @MainActor fuld-skærms-TUI der tegner alt.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06824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06824" y="1554480"/>
            <a:ext cx="3520440" cy="109728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storm-mcp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81144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D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81144" y="27432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MCP-server med 5 værktøjer (list/read/write_file · run_command · get_errors) — så Claude Code og andre agenter kan drive et projekt.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65008" y="1554480"/>
            <a:ext cx="3520440" cy="109728"/>
          </a:xfrm>
          <a:prstGeom prst="rect">
            <a:avLst/>
          </a:prstGeom>
          <a:solidFill>
            <a:srgbClr val="F5B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StormbreakerKit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39328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39328" y="27432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delte motor (zero-dep): agent-loop, parser, providers, proces-styring, hukommelse, prompt-bygning, render-primitiver. Deles med Mac-appen.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Stormbreaker CLI · arkitektur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OVERBLIK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Lagdelt arkitektur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60920" cy="1783080"/>
          </a:xfrm>
          <a:prstGeom prst="roundRect">
            <a:avLst>
              <a:gd name="adj" fmla="val 410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storm — CLI executable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01952"/>
            <a:ext cx="2194560" cy="1078992"/>
          </a:xfrm>
          <a:prstGeom prst="roundRect">
            <a:avLst>
              <a:gd name="adj" fmla="val 5085"/>
            </a:avLst>
          </a:prstGeom>
          <a:solidFill>
            <a:srgbClr val="232E3A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main.swift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subkommandoer ·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arg-parsing · Engine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901952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232E3A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0116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TUI-lag  (terminal-bundet)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App.swift @MainActor event-loop · Terminal/Output/StdinReader · Theme/Diff/Quotes · Session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75320" y="141732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D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storm-mcp — MCP-server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0" y="193852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værktøjer over stdio JSON-RPC: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list/read/write_file 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run_command · get_errors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3200400"/>
            <a:ext cx="0" cy="502920"/>
          </a:xfrm>
          <a:prstGeom prst="line">
            <a:avLst/>
          </a:prstGeom>
          <a:noFill/>
          <a:ln w="19050">
            <a:solidFill>
              <a:srgbClr val="46B1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966960" y="3200400"/>
            <a:ext cx="0" cy="502920"/>
          </a:xfrm>
          <a:prstGeom prst="line">
            <a:avLst/>
          </a:prstGeom>
          <a:noFill/>
          <a:ln w="19050">
            <a:solidFill>
              <a:srgbClr val="5DD39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794760"/>
            <a:ext cx="11091672" cy="2331720"/>
          </a:xfrm>
          <a:prstGeom prst="roundRect">
            <a:avLst>
              <a:gd name="adj" fmla="val 3137"/>
            </a:avLst>
          </a:prstGeom>
          <a:solidFill>
            <a:srgbClr val="0B0F14"/>
          </a:solidFill>
          <a:ln w="12700">
            <a:solidFill>
              <a:srgbClr val="46B1F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StormbreakerKit — delt motor (zero deps)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297680"/>
            <a:ext cx="1650492" cy="713232"/>
          </a:xfrm>
          <a:prstGeom prst="roundRect">
            <a:avLst>
              <a:gd name="adj" fmla="val 641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97680"/>
            <a:ext cx="1650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74036" y="4297680"/>
            <a:ext cx="1650492" cy="713232"/>
          </a:xfrm>
          <a:prstGeom prst="roundRect">
            <a:avLst>
              <a:gd name="adj" fmla="val 641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4036" y="4297680"/>
            <a:ext cx="1650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70832" y="4297680"/>
            <a:ext cx="1650492" cy="713232"/>
          </a:xfrm>
          <a:prstGeom prst="roundRect">
            <a:avLst>
              <a:gd name="adj" fmla="val 641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4297680"/>
            <a:ext cx="1650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67628" y="4297680"/>
            <a:ext cx="1650492" cy="713232"/>
          </a:xfrm>
          <a:prstGeom prst="roundRect">
            <a:avLst>
              <a:gd name="adj" fmla="val 641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7628" y="4297680"/>
            <a:ext cx="1650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64424" y="4297680"/>
            <a:ext cx="1650492" cy="713232"/>
          </a:xfrm>
          <a:prstGeom prst="roundRect">
            <a:avLst>
              <a:gd name="adj" fmla="val 641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64424" y="4297680"/>
            <a:ext cx="1650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761220" y="4297680"/>
            <a:ext cx="1650492" cy="713232"/>
          </a:xfrm>
          <a:prstGeom prst="roundRect">
            <a:avLst>
              <a:gd name="adj" fmla="val 641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61220" y="4297680"/>
            <a:ext cx="1650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77240" y="5138928"/>
            <a:ext cx="1650492" cy="713232"/>
          </a:xfrm>
          <a:prstGeom prst="roundRect">
            <a:avLst>
              <a:gd name="adj" fmla="val 641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38928"/>
            <a:ext cx="1650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574036" y="5138928"/>
            <a:ext cx="1650492" cy="713232"/>
          </a:xfrm>
          <a:prstGeom prst="roundRect">
            <a:avLst>
              <a:gd name="adj" fmla="val 641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4036" y="5138928"/>
            <a:ext cx="1650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70832" y="5138928"/>
            <a:ext cx="1650492" cy="713232"/>
          </a:xfrm>
          <a:prstGeom prst="roundRect">
            <a:avLst>
              <a:gd name="adj" fmla="val 641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5138928"/>
            <a:ext cx="1650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167628" y="5138928"/>
            <a:ext cx="1650492" cy="713232"/>
          </a:xfrm>
          <a:prstGeom prst="roundRect">
            <a:avLst>
              <a:gd name="adj" fmla="val 641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7628" y="5138928"/>
            <a:ext cx="1650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964424" y="5138928"/>
            <a:ext cx="1650492" cy="713232"/>
          </a:xfrm>
          <a:prstGeom prst="roundRect">
            <a:avLst>
              <a:gd name="adj" fmla="val 641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64424" y="5138928"/>
            <a:ext cx="1650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761220" y="5138928"/>
            <a:ext cx="1650492" cy="713232"/>
          </a:xfrm>
          <a:prstGeom prst="roundRect">
            <a:avLst>
              <a:gd name="adj" fmla="val 641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61220" y="5138928"/>
            <a:ext cx="1650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58155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Highlight (SyntaxRules) · TUI render-core (Surface · Cell · Layout · Diff · TextWidth)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Stormbreaker CLI · arkitektur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 PROJEKT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— det der wires sammen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main.swift samler én Engine med de levende komponenter for ét projekt. Hver tur bygges en frisk AgentLoop.Dependencies oven på den.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14344" cy="1417320"/>
          </a:xfrm>
          <a:prstGeom prst="roundRect">
            <a:avLst>
              <a:gd name="adj" fmla="val 5161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95728"/>
            <a:ext cx="155448" cy="155448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04288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ProjectWorkspace — læs/skriv filer + fil-map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7304" y="2103120"/>
            <a:ext cx="3514344" cy="1417320"/>
          </a:xfrm>
          <a:prstGeom prst="roundRect">
            <a:avLst>
              <a:gd name="adj" fmla="val 5161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1624" y="2395728"/>
            <a:ext cx="155448" cy="155448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11" name="Text 9"/>
          <p:cNvSpPr/>
          <p:nvPr/>
        </p:nvSpPr>
        <p:spPr>
          <a:xfrm>
            <a:off x="4885944" y="2304288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devServer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1624" y="2761488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DevServerManager — Vite + log-tailing + tsc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5968" y="2103120"/>
            <a:ext cx="3514344" cy="1417320"/>
          </a:xfrm>
          <a:prstGeom prst="roundRect">
            <a:avLst>
              <a:gd name="adj" fmla="val 5161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00288" y="2395728"/>
            <a:ext cx="155448" cy="155448"/>
          </a:xfrm>
          <a:prstGeom prst="rect">
            <a:avLst/>
          </a:prstGeom>
          <a:solidFill>
            <a:srgbClr val="F5B748"/>
          </a:solidFill>
          <a:ln/>
        </p:spPr>
      </p:sp>
      <p:sp>
        <p:nvSpPr>
          <p:cNvPr id="15" name="Text 13"/>
          <p:cNvSpPr/>
          <p:nvPr/>
        </p:nvSpPr>
        <p:spPr>
          <a:xfrm>
            <a:off x="8674608" y="2304288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00288" y="2761488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ErrorCollector — samler build/runtime-fejl pr. tur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3514344" cy="1417320"/>
          </a:xfrm>
          <a:prstGeom prst="roundRect">
            <a:avLst>
              <a:gd name="adj" fmla="val 5161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087368"/>
            <a:ext cx="155448" cy="155448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995928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4453128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ModelConfig (var) — /model skifter model midt i en session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37304" y="3794760"/>
            <a:ext cx="3514344" cy="1417320"/>
          </a:xfrm>
          <a:prstGeom prst="roundRect">
            <a:avLst>
              <a:gd name="adj" fmla="val 5161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1624" y="4087368"/>
            <a:ext cx="155448" cy="155448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23" name="Text 21"/>
          <p:cNvSpPr/>
          <p:nvPr/>
        </p:nvSpPr>
        <p:spPr>
          <a:xfrm>
            <a:off x="4885944" y="3995928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11624" y="4453128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MCPManager — klient til eksterne MCP-værktøjer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25968" y="3794760"/>
            <a:ext cx="3514344" cy="1417320"/>
          </a:xfrm>
          <a:prstGeom prst="roundRect">
            <a:avLst>
              <a:gd name="adj" fmla="val 5161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00288" y="4087368"/>
            <a:ext cx="155448" cy="155448"/>
          </a:xfrm>
          <a:prstGeom prst="rect">
            <a:avLst/>
          </a:prstGeom>
          <a:solidFill>
            <a:srgbClr val="F5B748"/>
          </a:solidFill>
          <a:ln/>
        </p:spPr>
      </p:sp>
      <p:sp>
        <p:nvSpPr>
          <p:cNvPr id="27" name="Text 25"/>
          <p:cNvSpPr/>
          <p:nvPr/>
        </p:nvSpPr>
        <p:spPr>
          <a:xfrm>
            <a:off x="8674608" y="3995928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00288" y="4453128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CheckpointManager — shadow-git → /diff /undo /restore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Stormbreaker CLI · arkitektur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BYGGEOPGAVE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Sådan flyder en tur gennem systemet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26464" cy="1371600"/>
          </a:xfrm>
          <a:prstGeom prst="roundRect">
            <a:avLst>
              <a:gd name="adj" fmla="val 533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0704" y="1755648"/>
            <a:ext cx="402336" cy="402336"/>
          </a:xfrm>
          <a:prstGeom prst="ellipse">
            <a:avLst/>
          </a:prstGeom>
          <a:solidFill>
            <a:srgbClr val="46B1FF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2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før turen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2286000"/>
            <a:ext cx="147828" cy="0"/>
          </a:xfrm>
          <a:prstGeom prst="line">
            <a:avLst/>
          </a:prstGeom>
          <a:noFill/>
          <a:ln w="19050">
            <a:solidFill>
              <a:srgbClr val="6774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59508" y="1600200"/>
            <a:ext cx="1426464" cy="1371600"/>
          </a:xfrm>
          <a:prstGeom prst="roundRect">
            <a:avLst>
              <a:gd name="adj" fmla="val 533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71572" y="1755648"/>
            <a:ext cx="402336" cy="402336"/>
          </a:xfrm>
          <a:prstGeom prst="ellipse">
            <a:avLst/>
          </a:prstGeom>
          <a:solidFill>
            <a:srgbClr val="46B1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71572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2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59508" y="22402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3266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summarér hvis over budget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04260" y="2286000"/>
            <a:ext cx="147828" cy="0"/>
          </a:xfrm>
          <a:prstGeom prst="line">
            <a:avLst/>
          </a:prstGeom>
          <a:noFill/>
          <a:ln w="19050">
            <a:solidFill>
              <a:srgbClr val="67747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70376" y="1600200"/>
            <a:ext cx="1426464" cy="1371600"/>
          </a:xfrm>
          <a:prstGeom prst="roundRect">
            <a:avLst>
              <a:gd name="adj" fmla="val 533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82440" y="1755648"/>
            <a:ext cx="402336" cy="402336"/>
          </a:xfrm>
          <a:prstGeom prst="ellipse">
            <a:avLst/>
          </a:prstGeom>
          <a:solidFill>
            <a:srgbClr val="46B1FF"/>
          </a:solidFill>
          <a:ln/>
        </p:spPr>
      </p:sp>
      <p:sp>
        <p:nvSpPr>
          <p:cNvPr id="18" name="Text 16"/>
          <p:cNvSpPr/>
          <p:nvPr/>
        </p:nvSpPr>
        <p:spPr>
          <a:xfrm>
            <a:off x="4282440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2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70376" y="22402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Hent URL'er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3528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pastede links → indhold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5128" y="2286000"/>
            <a:ext cx="147828" cy="0"/>
          </a:xfrm>
          <a:prstGeom prst="line">
            <a:avLst/>
          </a:prstGeom>
          <a:noFill/>
          <a:ln w="19050">
            <a:solidFill>
              <a:srgbClr val="6774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81244" y="1600200"/>
            <a:ext cx="1426464" cy="1371600"/>
          </a:xfrm>
          <a:prstGeom prst="roundRect">
            <a:avLst>
              <a:gd name="adj" fmla="val 533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93308" y="1755648"/>
            <a:ext cx="402336" cy="402336"/>
          </a:xfrm>
          <a:prstGeom prst="ellipse">
            <a:avLst/>
          </a:prstGeom>
          <a:solidFill>
            <a:srgbClr val="46B1FF"/>
          </a:solidFill>
          <a:ln/>
        </p:spPr>
      </p:sp>
      <p:sp>
        <p:nvSpPr>
          <p:cNvPr id="24" name="Text 22"/>
          <p:cNvSpPr/>
          <p:nvPr/>
        </p:nvSpPr>
        <p:spPr>
          <a:xfrm>
            <a:off x="5893308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2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81244" y="22402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Byg prompt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54396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regler + hukommelse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25996" y="2286000"/>
            <a:ext cx="147828" cy="0"/>
          </a:xfrm>
          <a:prstGeom prst="line">
            <a:avLst/>
          </a:prstGeom>
          <a:noFill/>
          <a:ln w="19050">
            <a:solidFill>
              <a:srgbClr val="67747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92112" y="1600200"/>
            <a:ext cx="1426464" cy="1371600"/>
          </a:xfrm>
          <a:prstGeom prst="roundRect">
            <a:avLst>
              <a:gd name="adj" fmla="val 533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04176" y="1755648"/>
            <a:ext cx="402336" cy="402336"/>
          </a:xfrm>
          <a:prstGeom prst="ellipse">
            <a:avLst/>
          </a:prstGeom>
          <a:solidFill>
            <a:srgbClr val="46B1FF"/>
          </a:solidFill>
          <a:ln/>
        </p:spPr>
      </p:sp>
      <p:sp>
        <p:nvSpPr>
          <p:cNvPr id="30" name="Text 28"/>
          <p:cNvSpPr/>
          <p:nvPr/>
        </p:nvSpPr>
        <p:spPr>
          <a:xfrm>
            <a:off x="7504176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2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92112" y="22402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AgentLoop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65264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→ parse → skriv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36864" y="2286000"/>
            <a:ext cx="147828" cy="0"/>
          </a:xfrm>
          <a:prstGeom prst="line">
            <a:avLst/>
          </a:prstGeom>
          <a:noFill/>
          <a:ln w="19050">
            <a:solidFill>
              <a:srgbClr val="67747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602980" y="1600200"/>
            <a:ext cx="1426464" cy="1371600"/>
          </a:xfrm>
          <a:prstGeom prst="roundRect">
            <a:avLst>
              <a:gd name="adj" fmla="val 533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15044" y="1755648"/>
            <a:ext cx="402336" cy="402336"/>
          </a:xfrm>
          <a:prstGeom prst="ellipse">
            <a:avLst/>
          </a:prstGeom>
          <a:solidFill>
            <a:srgbClr val="46B1FF"/>
          </a:solidFill>
          <a:ln/>
        </p:spPr>
      </p:sp>
      <p:sp>
        <p:nvSpPr>
          <p:cNvPr id="36" name="Text 34"/>
          <p:cNvSpPr/>
          <p:nvPr/>
        </p:nvSpPr>
        <p:spPr>
          <a:xfrm>
            <a:off x="9115044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2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02980" y="22402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Selv-ret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76132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 fejl-forsøg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047732" y="2286000"/>
            <a:ext cx="147828" cy="0"/>
          </a:xfrm>
          <a:prstGeom prst="line">
            <a:avLst/>
          </a:prstGeom>
          <a:noFill/>
          <a:ln w="19050">
            <a:solidFill>
              <a:srgbClr val="67747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213848" y="1600200"/>
            <a:ext cx="1426464" cy="1371600"/>
          </a:xfrm>
          <a:prstGeom prst="roundRect">
            <a:avLst>
              <a:gd name="adj" fmla="val 5333"/>
            </a:avLst>
          </a:prstGeom>
          <a:solidFill>
            <a:srgbClr val="1A222C"/>
          </a:solidFill>
          <a:ln w="12700">
            <a:solidFill>
              <a:srgbClr val="5DD39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725912" y="1755648"/>
            <a:ext cx="402336" cy="402336"/>
          </a:xfrm>
          <a:prstGeom prst="ellipse">
            <a:avLst/>
          </a:prstGeom>
          <a:solidFill>
            <a:srgbClr val="5DD39E"/>
          </a:solidFill>
          <a:ln/>
        </p:spPr>
      </p:sp>
      <p:sp>
        <p:nvSpPr>
          <p:cNvPr id="42" name="Text 40"/>
          <p:cNvSpPr/>
          <p:nvPr/>
        </p:nvSpPr>
        <p:spPr>
          <a:xfrm>
            <a:off x="10725912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2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213848" y="22402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28700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 kører rent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3611880"/>
            <a:ext cx="11091672" cy="2240280"/>
          </a:xfrm>
          <a:prstGeom prst="roundRect">
            <a:avLst>
              <a:gd name="adj" fmla="val 3265"/>
            </a:avLst>
          </a:prstGeom>
          <a:solidFill>
            <a:srgbClr val="0B0F14"/>
          </a:solidFill>
          <a:ln w="12700">
            <a:solidFill>
              <a:srgbClr val="F5B74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22960" y="3767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 i AgentLoop — runder der IKKE tæller som fejl-forsøg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77240" y="4206240"/>
            <a:ext cx="2521458" cy="914400"/>
          </a:xfrm>
          <a:prstGeom prst="roundRect">
            <a:avLst>
              <a:gd name="adj" fmla="val 5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0120" y="4389120"/>
            <a:ext cx="118872" cy="118872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49" name="Text 47"/>
          <p:cNvSpPr/>
          <p:nvPr/>
        </p:nvSpPr>
        <p:spPr>
          <a:xfrm>
            <a:off x="1161288" y="4315968"/>
            <a:ext cx="197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Læse-fil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60120" y="4617720"/>
            <a:ext cx="215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 beder om en fils indhold → sendes tilbage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481578" y="4206240"/>
            <a:ext cx="2521458" cy="914400"/>
          </a:xfrm>
          <a:prstGeom prst="roundRect">
            <a:avLst>
              <a:gd name="adj" fmla="val 5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64458" y="4389120"/>
            <a:ext cx="118872" cy="118872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53" name="Text 51"/>
          <p:cNvSpPr/>
          <p:nvPr/>
        </p:nvSpPr>
        <p:spPr>
          <a:xfrm>
            <a:off x="3865626" y="4315968"/>
            <a:ext cx="197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MCP-værktøj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3664458" y="4617720"/>
            <a:ext cx="215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kalder et eksternt MCP-værktøj, fodrer resultatet ind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185916" y="4206240"/>
            <a:ext cx="2521458" cy="914400"/>
          </a:xfrm>
          <a:prstGeom prst="roundRect">
            <a:avLst>
              <a:gd name="adj" fmla="val 5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68796" y="4389120"/>
            <a:ext cx="118872" cy="118872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57" name="Text 55"/>
          <p:cNvSpPr/>
          <p:nvPr/>
        </p:nvSpPr>
        <p:spPr>
          <a:xfrm>
            <a:off x="6569964" y="4315968"/>
            <a:ext cx="197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(søg/hent)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368796" y="4617720"/>
            <a:ext cx="215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DuckDuckGo-søg eller URL/README — utroværdig reference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890254" y="4206240"/>
            <a:ext cx="2521458" cy="914400"/>
          </a:xfrm>
          <a:prstGeom prst="roundRect">
            <a:avLst>
              <a:gd name="adj" fmla="val 5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73134" y="4389120"/>
            <a:ext cx="118872" cy="118872"/>
          </a:xfrm>
          <a:prstGeom prst="rect">
            <a:avLst/>
          </a:prstGeom>
          <a:solidFill>
            <a:srgbClr val="F5B748"/>
          </a:solidFill>
          <a:ln/>
        </p:spPr>
      </p:sp>
      <p:sp>
        <p:nvSpPr>
          <p:cNvPr id="61" name="Text 59"/>
          <p:cNvSpPr/>
          <p:nvPr/>
        </p:nvSpPr>
        <p:spPr>
          <a:xfrm>
            <a:off x="9274302" y="4315968"/>
            <a:ext cx="197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 → PLAN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9073134" y="4617720"/>
            <a:ext cx="215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modellens plan vises live som tjekliste i sidebjælken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Repair-loopet er KUN for ægte build/runtime-fejl (tsc + console), maks. 3 forsøg med en ingen-fremgang-vagt.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Stormbreaker CLI · arkitektur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Undersystemer, grupperet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82880" cy="182880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89888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Modellen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53384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93392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95144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OpenAI-kompat · Ollama · SSE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3453384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017520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319272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ModelConfig · ModelRouter · Discovery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3453384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041648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SystemPrompt · MessageBuilder · Context · Memory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946904"/>
            <a:ext cx="3453384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5065776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367528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tilstand · compaction · todos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67784" y="1481328"/>
            <a:ext cx="182880" cy="182880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19" name="Text 17"/>
          <p:cNvSpPr/>
          <p:nvPr/>
        </p:nvSpPr>
        <p:spPr>
          <a:xfrm>
            <a:off x="4642104" y="1389888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D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Handling &amp; filer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67784" y="1874520"/>
            <a:ext cx="3453384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96384" y="1993392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96384" y="2295144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Streaming-parser · ParserEvent · actions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67784" y="2898648"/>
            <a:ext cx="3453384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96384" y="3017520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96384" y="3319272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ActionExecutor · ShellRules · gate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67784" y="3922776"/>
            <a:ext cx="3453384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96384" y="4041648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6384" y="434340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· DevServer · Checkpoints · Git · Web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67784" y="4946904"/>
            <a:ext cx="3453384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96384" y="5065776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6384" y="5367528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ErrorCollector · Classifier · Report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6928" y="1481328"/>
            <a:ext cx="182880" cy="182880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33" name="Text 31"/>
          <p:cNvSpPr/>
          <p:nvPr/>
        </p:nvSpPr>
        <p:spPr>
          <a:xfrm>
            <a:off x="8461248" y="1389888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Udvidelser &amp; UI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186928" y="1874520"/>
            <a:ext cx="3453384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15528" y="1993392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15528" y="2295144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til eksterne værktøjer (stdio)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86928" y="2898648"/>
            <a:ext cx="3453384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415528" y="3017520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15528" y="3319272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parallelle gennemgangs-agenter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186928" y="3922776"/>
            <a:ext cx="3453384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415528" y="4041648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415528" y="434340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Bruger-presets i markdown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86928" y="4946904"/>
            <a:ext cx="3453384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415528" y="5065776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415528" y="5367528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Svelte · Vue · Next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Render-kerne: Surface · Cell · Layout · Diff · TextWidth · SyntaxRules — rene, CI-testbare primitiver, delt med Mac-appen.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Stormbreaker CLI · arkitektur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KONTEKST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System-prompten bygges i lag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hver tur stabler makeDeps konteksten oppefra: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348472" cy="713232"/>
          </a:xfrm>
          <a:prstGeom prst="roundRect">
            <a:avLst>
              <a:gd name="adj" fmla="val 10256"/>
            </a:avLst>
          </a:prstGeom>
          <a:solidFill>
            <a:srgbClr val="1A222C"/>
          </a:solidFill>
          <a:ln w="12700">
            <a:solidFill>
              <a:srgbClr val="46B1F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95144"/>
            <a:ext cx="155448" cy="155448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848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Base-prompt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2011680"/>
            <a:ext cx="4782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SystemPrompt.storm — format, few-shot, web/todo-sektioner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22876" y="2724912"/>
            <a:ext cx="0" cy="128016"/>
          </a:xfrm>
          <a:prstGeom prst="line">
            <a:avLst/>
          </a:prstGeom>
          <a:noFill/>
          <a:ln w="19050">
            <a:solidFill>
              <a:srgbClr val="6774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852928"/>
            <a:ext cx="8348472" cy="713232"/>
          </a:xfrm>
          <a:prstGeom prst="roundRect">
            <a:avLst>
              <a:gd name="adj" fmla="val 10256"/>
            </a:avLst>
          </a:prstGeom>
          <a:solidFill>
            <a:srgbClr val="1A222C"/>
          </a:solidFill>
          <a:ln w="12700">
            <a:solidFill>
              <a:srgbClr val="5DD39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136392"/>
            <a:ext cx="155448" cy="155448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MCP-værktøjer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2852928"/>
            <a:ext cx="4782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over tilgængelige eksterne værktøjer (hvis konfigureret)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22876" y="3566160"/>
            <a:ext cx="0" cy="128016"/>
          </a:xfrm>
          <a:prstGeom prst="line">
            <a:avLst/>
          </a:prstGeom>
          <a:noFill/>
          <a:ln w="19050">
            <a:solidFill>
              <a:srgbClr val="67747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694176"/>
            <a:ext cx="8348472" cy="713232"/>
          </a:xfrm>
          <a:prstGeom prst="roundRect">
            <a:avLst>
              <a:gd name="adj" fmla="val 10256"/>
            </a:avLst>
          </a:prstGeom>
          <a:solidFill>
            <a:srgbClr val="1A222C"/>
          </a:solidFill>
          <a:ln w="12700">
            <a:solidFill>
              <a:srgbClr val="F5B74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977640"/>
            <a:ext cx="155448" cy="155448"/>
          </a:xfrm>
          <a:prstGeom prst="rect">
            <a:avLst/>
          </a:prstGeom>
          <a:solidFill>
            <a:srgbClr val="F5B748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767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Projekt-regler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3694176"/>
            <a:ext cx="4782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/ AI_RULES.md (RulesLoader, læses hver tur)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22876" y="4407408"/>
            <a:ext cx="0" cy="128016"/>
          </a:xfrm>
          <a:prstGeom prst="line">
            <a:avLst/>
          </a:prstGeom>
          <a:noFill/>
          <a:ln w="19050">
            <a:solidFill>
              <a:srgbClr val="67747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4535424"/>
            <a:ext cx="8348472" cy="713232"/>
          </a:xfrm>
          <a:prstGeom prst="roundRect">
            <a:avLst>
              <a:gd name="adj" fmla="val 10256"/>
            </a:avLst>
          </a:prstGeom>
          <a:solidFill>
            <a:srgbClr val="1A222C"/>
          </a:solidFill>
          <a:ln w="12700">
            <a:solidFill>
              <a:srgbClr val="B98BF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818888"/>
            <a:ext cx="155448" cy="155448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6085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Hukommelse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31920" y="4535424"/>
            <a:ext cx="4782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StormMemory.promptBlock — token-budgetteret, aktive fakta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71432" y="2011680"/>
            <a:ext cx="2468880" cy="3383280"/>
          </a:xfrm>
          <a:prstGeom prst="roundRect">
            <a:avLst>
              <a:gd name="adj" fmla="val 2963"/>
            </a:avLst>
          </a:prstGeom>
          <a:solidFill>
            <a:srgbClr val="0B0F14"/>
          </a:solidFill>
          <a:ln w="12700">
            <a:solidFill>
              <a:srgbClr val="46B1F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71432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774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171432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Endelig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system-prompt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71432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AgentLoop.run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623560"/>
            <a:ext cx="8439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Stærke cloud-modeller får line-replace (målrettede diffs); svage lokale modeller bliver på hele-fil-skrivning. Plan-mode bruger en separat prompt der forbyder kode.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Stormbreaker CLI · arkitektur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HVAD GEMMES HVOR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53384" cy="4297680"/>
          </a:xfrm>
          <a:prstGeom prst="roundRect">
            <a:avLst>
              <a:gd name="adj" fmla="val 2118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3453384" cy="109728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~/.config/storm/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 DIG + MASKINEN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468880"/>
            <a:ext cx="3051048" cy="658368"/>
          </a:xfrm>
          <a:prstGeom prst="roundRect">
            <a:avLst>
              <a:gd name="adj" fmla="val 6944"/>
            </a:avLst>
          </a:prstGeom>
          <a:solidFill>
            <a:srgbClr val="232E3A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42032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config.json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816352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· model · tema (0600)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3236976"/>
            <a:ext cx="3051048" cy="658368"/>
          </a:xfrm>
          <a:prstGeom prst="roundRect">
            <a:avLst>
              <a:gd name="adj" fmla="val 6944"/>
            </a:avLst>
          </a:prstGeom>
          <a:solidFill>
            <a:srgbClr val="232E3A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10128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memory.json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584448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 fakta om dig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4005072"/>
            <a:ext cx="3051048" cy="658368"/>
          </a:xfrm>
          <a:prstGeom prst="roundRect">
            <a:avLst>
              <a:gd name="adj" fmla="val 6944"/>
            </a:avLst>
          </a:prstGeom>
          <a:solidFill>
            <a:srgbClr val="232E3A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78224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skills/*.md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352544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 skills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67784" y="1463040"/>
            <a:ext cx="3453384" cy="4297680"/>
          </a:xfrm>
          <a:prstGeom prst="roundRect">
            <a:avLst>
              <a:gd name="adj" fmla="val 2118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67784" y="1463040"/>
            <a:ext cx="3453384" cy="109728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19" name="Text 17"/>
          <p:cNvSpPr/>
          <p:nvPr/>
        </p:nvSpPr>
        <p:spPr>
          <a:xfrm>
            <a:off x="4596384" y="169164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&lt;projekt&gt;/.forge/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96384" y="201168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DD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 DENNE KODEBASE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68952" y="2468880"/>
            <a:ext cx="3051048" cy="658368"/>
          </a:xfrm>
          <a:prstGeom prst="roundRect">
            <a:avLst>
              <a:gd name="adj" fmla="val 6944"/>
            </a:avLst>
          </a:prstGeom>
          <a:solidFill>
            <a:srgbClr val="232E3A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3544" y="2542032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DD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session.json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33544" y="2816352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(--resume) — ALDRIG apiKey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68952" y="3236976"/>
            <a:ext cx="3051048" cy="658368"/>
          </a:xfrm>
          <a:prstGeom prst="roundRect">
            <a:avLst>
              <a:gd name="adj" fmla="val 6944"/>
            </a:avLst>
          </a:prstGeom>
          <a:solidFill>
            <a:srgbClr val="232E3A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3544" y="3310128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DD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memory.json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33544" y="3584448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projekt-fakta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68952" y="4005072"/>
            <a:ext cx="3051048" cy="658368"/>
          </a:xfrm>
          <a:prstGeom prst="roundRect">
            <a:avLst>
              <a:gd name="adj" fmla="val 6944"/>
            </a:avLst>
          </a:prstGeom>
          <a:solidFill>
            <a:srgbClr val="232E3A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3544" y="4078224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DD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checkpoints.git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733544" y="4352544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shadow-repo, ét snapshot pr. tur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68952" y="4773168"/>
            <a:ext cx="3051048" cy="658368"/>
          </a:xfrm>
          <a:prstGeom prst="roundRect">
            <a:avLst>
              <a:gd name="adj" fmla="val 6944"/>
            </a:avLst>
          </a:prstGeom>
          <a:solidFill>
            <a:srgbClr val="232E3A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3544" y="4846320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DD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.mcp.json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733544" y="5120640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eksterne MCP-servere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86928" y="1463040"/>
            <a:ext cx="3453384" cy="4297680"/>
          </a:xfrm>
          <a:prstGeom prst="roundRect">
            <a:avLst>
              <a:gd name="adj" fmla="val 2118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86928" y="1463040"/>
            <a:ext cx="3453384" cy="109728"/>
          </a:xfrm>
          <a:prstGeom prst="rect">
            <a:avLst/>
          </a:prstGeom>
          <a:solidFill>
            <a:srgbClr val="F5B748"/>
          </a:solidFill>
          <a:ln/>
        </p:spPr>
      </p:sp>
      <p:sp>
        <p:nvSpPr>
          <p:cNvPr id="35" name="Text 33"/>
          <p:cNvSpPr/>
          <p:nvPr/>
        </p:nvSpPr>
        <p:spPr>
          <a:xfrm>
            <a:off x="8415528" y="169164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&lt;projekt&gt;/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15528" y="201168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B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SELVE REPOET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88096" y="2468880"/>
            <a:ext cx="3051048" cy="658368"/>
          </a:xfrm>
          <a:prstGeom prst="roundRect">
            <a:avLst>
              <a:gd name="adj" fmla="val 6944"/>
            </a:avLst>
          </a:prstGeom>
          <a:solidFill>
            <a:srgbClr val="232E3A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52688" y="2542032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552688" y="2816352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projekt-regler (læses hver tur)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388096" y="3236976"/>
            <a:ext cx="3051048" cy="658368"/>
          </a:xfrm>
          <a:prstGeom prst="roundRect">
            <a:avLst>
              <a:gd name="adj" fmla="val 6944"/>
            </a:avLst>
          </a:prstGeom>
          <a:solidFill>
            <a:srgbClr val="232E3A"/>
          </a:solidFill>
          <a:ln w="12700">
            <a:solidFill>
              <a:srgbClr val="303D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52688" y="3310128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AI_RULES.md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552688" y="3584448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Stormbreaker-specifikke regler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API-nøgler gemmes ALDRIG — de genskabes fra config/env/--api-key ved opstart.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Stormbreaker CLI · arkitektur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SENESTE FUNKTIONER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 der blev bygget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155448" cy="155448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173736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Per-kommando shell-tilladelser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300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Sikre kommandoer kører uden prompt; katastrofale (rm -rf /, sudo, curl|sh) afvises; resten spørger.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7304" y="155448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3336" y="1828800"/>
            <a:ext cx="155448" cy="155448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10" name="Text 8"/>
          <p:cNvSpPr/>
          <p:nvPr/>
        </p:nvSpPr>
        <p:spPr>
          <a:xfrm>
            <a:off x="4849368" y="173736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som agent-værktøj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3336" y="2331720"/>
            <a:ext cx="300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 kan selv søge (DuckDuckGo) og hente URL'er/READMEs midt i en build i stedet for at gætte.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55448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82000" y="1828800"/>
            <a:ext cx="155448" cy="155448"/>
          </a:xfrm>
          <a:prstGeom prst="rect">
            <a:avLst/>
          </a:prstGeom>
          <a:solidFill>
            <a:srgbClr val="F5B748"/>
          </a:solidFill>
          <a:ln/>
        </p:spPr>
      </p:sp>
      <p:sp>
        <p:nvSpPr>
          <p:cNvPr id="14" name="Text 12"/>
          <p:cNvSpPr/>
          <p:nvPr/>
        </p:nvSpPr>
        <p:spPr>
          <a:xfrm>
            <a:off x="8638032" y="173736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todo-checklist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82000" y="2331720"/>
            <a:ext cx="300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Modellens plan vises som et PLAN-panel (✓/spinner/○) mens koden streames.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442972" y="352044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99004" y="3794760"/>
            <a:ext cx="155448" cy="155448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18" name="Text 16"/>
          <p:cNvSpPr/>
          <p:nvPr/>
        </p:nvSpPr>
        <p:spPr>
          <a:xfrm>
            <a:off x="2955036" y="37033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Samtale-compaction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9004" y="4297680"/>
            <a:ext cx="300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Summerer ældste ture når historikken bliver for stor — små lokale kontekstvinduer løber ikke over.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1636" y="352044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87668" y="3794760"/>
            <a:ext cx="155448" cy="155448"/>
          </a:xfrm>
          <a:prstGeom prst="rect">
            <a:avLst/>
          </a:prstGeom>
          <a:solidFill>
            <a:srgbClr val="FF7A7A"/>
          </a:solidFill>
          <a:ln/>
        </p:spPr>
      </p:sp>
      <p:sp>
        <p:nvSpPr>
          <p:cNvPr id="22" name="Text 20"/>
          <p:cNvSpPr/>
          <p:nvPr/>
        </p:nvSpPr>
        <p:spPr>
          <a:xfrm>
            <a:off x="6743700" y="37033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Cross-session hukommelse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87668" y="4297680"/>
            <a:ext cx="300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Husker dig + projektet mellem sessioner (/remember, /memory). Lånt fra iai-pme, native uden daemon.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Stormbreaker CLI · arkitektur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TUI'EN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Slash-kommandoer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53384" cy="4206240"/>
          </a:xfrm>
          <a:prstGeom prst="roundRect">
            <a:avLst>
              <a:gd name="adj" fmla="val 2118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453384" cy="109728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55648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Byg &amp; ret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/diff [n]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62432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ændringer fra tur 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3154680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/undo · /restore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44728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filer tilbage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3977640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/checkpoints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427024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over ture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4800600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 · /fix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509320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agenter · ret fund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67784" y="1508760"/>
            <a:ext cx="3453384" cy="4206240"/>
          </a:xfrm>
          <a:prstGeom prst="roundRect">
            <a:avLst>
              <a:gd name="adj" fmla="val 2118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67784" y="1508760"/>
            <a:ext cx="3453384" cy="109728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17" name="Text 15"/>
          <p:cNvSpPr/>
          <p:nvPr/>
        </p:nvSpPr>
        <p:spPr>
          <a:xfrm>
            <a:off x="4623816" y="1755648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D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&amp; kontekst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23816" y="2331720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23816" y="262432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skift AI-model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23816" y="3154680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23816" y="344728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komprimér historik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23816" y="3977640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/remember [tekst]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23816" y="427024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 / lær af session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23816" y="4800600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/memory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23816" y="509320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 · glem fakta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86928" y="1508760"/>
            <a:ext cx="3453384" cy="4206240"/>
          </a:xfrm>
          <a:prstGeom prst="roundRect">
            <a:avLst>
              <a:gd name="adj" fmla="val 2118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86928" y="1508760"/>
            <a:ext cx="3453384" cy="109728"/>
          </a:xfrm>
          <a:prstGeom prst="rect">
            <a:avLst/>
          </a:prstGeom>
          <a:solidFill>
            <a:srgbClr val="F5B748"/>
          </a:solidFill>
          <a:ln/>
        </p:spPr>
      </p:sp>
      <p:sp>
        <p:nvSpPr>
          <p:cNvPr id="28" name="Text 26"/>
          <p:cNvSpPr/>
          <p:nvPr/>
        </p:nvSpPr>
        <p:spPr>
          <a:xfrm>
            <a:off x="8442960" y="1755648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Projekt &amp; Git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42960" y="2331720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 · /theme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42960" y="262432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· tema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42960" y="3154680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/github · /pr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42960" y="344728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udgiv · pull request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42960" y="3977640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/push · /pull · /commit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42960" y="427024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git-arbejdsgang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42960" y="4800600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/kø &lt;opgave&gt;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42960" y="509320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byg-kø (én ad gangen)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Fuld-skærms-TUI tænder kun på en interaktiv terminal — --plain / --no-tui giver byte-identisk linje-output (CI/scripting).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Stormbreaker CLI · arkitektur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4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846320"/>
            <a:ext cx="1188720" cy="1046074"/>
          </a:xfrm>
          <a:prstGeom prst="hexagon">
            <a:avLst/>
          </a:prstGeom>
          <a:solidFill>
            <a:srgbClr val="46B1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AFRUNDING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Designvalg værd at kende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10512"/>
            <a:ext cx="155448" cy="155448"/>
          </a:xfrm>
          <a:prstGeom prst="rect">
            <a:avLst/>
          </a:prstGeom>
          <a:solidFill>
            <a:srgbClr val="46B1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190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Flicker-fri render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1214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 rammen komponeres i én ScreenBuffer, row-diffes, og skrives som ÉN write(2) pr. frame (≤60fps).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81928" y="1554480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1810512"/>
            <a:ext cx="155448" cy="155448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12" name="Text 10"/>
          <p:cNvSpPr/>
          <p:nvPr/>
        </p:nvSpPr>
        <p:spPr>
          <a:xfrm>
            <a:off x="6830568" y="17190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Swift 6 strict concurrency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21214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er @MainActor; baggrunds-callbacks er eksplicit @Sendable for at undgå actor-traps.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364992"/>
            <a:ext cx="155448" cy="155448"/>
          </a:xfrm>
          <a:prstGeom prst="rect">
            <a:avLst/>
          </a:prstGeom>
          <a:solidFill>
            <a:srgbClr val="F5B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273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Ikke-blokerende tilladelser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6758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Permission-gaten suspenderer på en continuation der løses på et tastetryk — UI'en animerer videre.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81928" y="3108960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1A222C"/>
          </a:solidFill>
          <a:ln w="12700">
            <a:solidFill>
              <a:srgbClr val="303D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56248" y="3364992"/>
            <a:ext cx="155448" cy="155448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30568" y="3273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CI/scripting-sikker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56248" y="36758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 kun på interaktiv TTY; --plain/--no-tui er byte-identisk. forge-cross røres aldrig.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A222C"/>
          </a:solidFill>
          <a:ln w="12700">
            <a:solidFill>
              <a:srgbClr val="5DD39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8006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D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https://parthee-vijaya.github.io/stormbreaker-mac/install.sh | sh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docs/CLI-ARCHITECTURE.md  ·  fuld arkitektur med diagrammer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Stormbreaker CLI — Arkitektur</dc:title>
  <dc:subject>PptxGenJS Presentation</dc:subject>
  <dc:creator>Stormbreaker</dc:creator>
  <cp:lastModifiedBy>Stormbreaker</cp:lastModifiedBy>
  <cp:revision>1</cp:revision>
  <dcterms:created xsi:type="dcterms:W3CDTF">2026-06-18T21:46:54Z</dcterms:created>
  <dcterms:modified xsi:type="dcterms:W3CDTF">2026-06-18T21:46:54Z</dcterms:modified>
</cp:coreProperties>
</file>